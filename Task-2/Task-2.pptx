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8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34F6-970F-95DC-6A50-48B9D48EE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13E0D-13F4-F453-AAE9-989E64CB0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6FFC6-6F49-95BA-F5D6-652D8332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8CAF7-F501-ACD7-BF3C-669E26D9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7CC4D-C203-0DC9-DD23-E322BD91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4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C7ED-7A82-FD62-E629-7ABD0B3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C910-86D5-8F15-BFBF-877E6FB1E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726F3-A052-7BE7-A9D1-ACFF13BA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AE30-FE92-0A38-9AB1-4A455F07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7516D-4396-CE10-B286-7A6E0005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26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6B93-867C-BA9A-72F5-18799234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9C519-1B17-E6B6-F70C-0B227FBEC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B049-FE06-3079-1F7C-92D26CAF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69E94-B139-8BFC-ACDF-A6E0E8C8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7257F-7B6C-B114-47C9-3B2BA809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53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20DC-28DD-841B-A1F8-FD639C80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DBA8E-0CB8-5716-AED0-180E6CCD4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A10CA-E2F6-1B64-BFD2-C8FA88D36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1067D-D9BF-5371-BDFF-D07B4C23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748E7-EF00-4463-11D9-DD5E0BCA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1D05-6574-41AC-55AA-34CCF8C5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09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C9CF-C7D6-02F0-2AA5-51DFEF23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4B9C-F416-5B98-ADC9-C941D3243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A99A2-34B0-4B10-AAB8-7BECA7B30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0866E-A3FC-9278-3C7E-66B13C892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C8C5E-A067-FC33-4BBD-7F99F13BD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04E77-8581-1D31-C2D6-4E825526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4DD4A-5A9E-3D54-D41D-64EA1040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FA038-30CF-DA8D-94D1-47FD40BA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47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02A1-2F79-392E-113C-DD01CDB9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CAFB51-AF54-9ACC-4F82-BA00755A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A839D-6FAD-BF3E-C49D-D13F40E7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1861-70AF-77AA-DA8F-1FD23AAF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3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F21E6-1C4A-AE0E-EF82-E27CA5EB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97717-C669-37D3-8119-745BF49B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95AF3-C0B2-4FF9-6478-E7BEC4DE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20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F43E-40B5-BCEC-F18E-C3F698A0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1343-2EDF-53A4-9F55-82C73F468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D291D-B09E-C1C6-B211-9006EE1B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B6526-7D6C-6C45-B0F8-BA805C48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A920A-3850-47F0-2436-4D09095C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7FFE2-478F-765F-3E72-189EF855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91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9B72-5A48-7172-8956-2350F6B2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28265-8AE2-670E-DDB3-0B6C1A70F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F67B-36B8-EB8B-6D27-3BDD37A20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99369-25DC-0806-1607-7EA968EE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E4383-C097-3D38-83DE-6CF38010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493CD-A9D1-8444-C462-236B2647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5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5A7B-3BEF-1FCE-52E9-E0623C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D509E-76FC-76B3-D89B-D69571A92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9B677-2150-A9B1-105F-440A5748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300C-1FA1-A988-B46F-F99DA592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87729-3566-2A90-CFB8-E7A9D281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6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724C8-621A-1381-66C4-1436B22B4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C6DC7-4565-8B68-CC09-819B72453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4BA03-E129-DA2A-6AA1-21B95C0A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64474-0B35-2CB2-D058-AB76B188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8027E-64D5-3453-1EF4-B2CFD6B5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49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141FD-17A0-E1C7-29B7-328DF40E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93716-C910-4221-06F4-8D75A009B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1F2FD-0BF3-D77E-DE0B-B3B7221E3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FDF3A-1AE0-439F-BB57-8B8C488C7B1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4D20-9325-02A0-7E9F-1CBDA4049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CBB99-0241-EF5A-44B8-3B7217A1F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D0235-E8AF-4ED3-84A0-49276250B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1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D430-0458-BAA2-5384-4981954BB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📊 Supermarket Sales Business Dashboard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7AF82-1AD0-CA55-09F2-480B2FB79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endParaRPr lang="en-IN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9EAB6-F75F-7EF7-9007-FDC680CED406}"/>
              </a:ext>
            </a:extLst>
          </p:cNvPr>
          <p:cNvSpPr/>
          <p:nvPr/>
        </p:nvSpPr>
        <p:spPr>
          <a:xfrm>
            <a:off x="6529137" y="4170947"/>
            <a:ext cx="2101516" cy="1106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Total Transactions</a:t>
            </a:r>
          </a:p>
          <a:p>
            <a:pPr algn="ctr"/>
            <a:r>
              <a:rPr lang="en-IN" sz="2400" dirty="0"/>
              <a:t>1000</a:t>
            </a:r>
          </a:p>
          <a:p>
            <a:pPr algn="ctr"/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7AD5EE-0540-B232-9F16-06EAA94F58A0}"/>
              </a:ext>
            </a:extLst>
          </p:cNvPr>
          <p:cNvSpPr/>
          <p:nvPr/>
        </p:nvSpPr>
        <p:spPr>
          <a:xfrm>
            <a:off x="1844842" y="5558004"/>
            <a:ext cx="1796716" cy="874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Average Rating</a:t>
            </a:r>
          </a:p>
          <a:p>
            <a:pPr algn="ctr"/>
            <a:r>
              <a:rPr lang="en-IN" sz="2000" dirty="0"/>
              <a:t>Np.float64</a:t>
            </a:r>
          </a:p>
          <a:p>
            <a:pPr algn="ctr"/>
            <a:r>
              <a:rPr lang="en-IN" sz="2000" dirty="0"/>
              <a:t>(</a:t>
            </a:r>
            <a:r>
              <a:rPr lang="en-IN" sz="2400" dirty="0"/>
              <a:t>6.9727</a:t>
            </a:r>
            <a:r>
              <a:rPr lang="en-IN" sz="2000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7A9EB9-510A-DA7C-3BC7-22006D73BDAD}"/>
              </a:ext>
            </a:extLst>
          </p:cNvPr>
          <p:cNvSpPr/>
          <p:nvPr/>
        </p:nvSpPr>
        <p:spPr>
          <a:xfrm>
            <a:off x="6529137" y="5558004"/>
            <a:ext cx="1909010" cy="1299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Top Product Line</a:t>
            </a:r>
          </a:p>
          <a:p>
            <a:pPr algn="ctr"/>
            <a:r>
              <a:rPr lang="en-IN" sz="2400" dirty="0"/>
              <a:t>‘Food and beverages</a:t>
            </a:r>
            <a:r>
              <a:rPr lang="en-IN" sz="2000" dirty="0"/>
              <a:t>’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1BD8FE4-557E-4648-8DE1-2B61D21F6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013E70C-F752-A05D-349E-B4F64E729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2286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rgbClr val="444746"/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55A288-8636-54B6-4936-11C3F0706E5B}"/>
              </a:ext>
            </a:extLst>
          </p:cNvPr>
          <p:cNvSpPr/>
          <p:nvPr/>
        </p:nvSpPr>
        <p:spPr>
          <a:xfrm>
            <a:off x="1732547" y="4315325"/>
            <a:ext cx="2101516" cy="962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Total Revenue</a:t>
            </a:r>
          </a:p>
          <a:p>
            <a:pPr algn="ctr"/>
            <a:r>
              <a:rPr lang="en-IN" dirty="0"/>
              <a:t>Np.float64</a:t>
            </a:r>
          </a:p>
          <a:p>
            <a:pPr algn="ctr"/>
            <a:r>
              <a:rPr lang="en-IN" dirty="0"/>
              <a:t>(</a:t>
            </a:r>
            <a:r>
              <a:rPr lang="en-IN" sz="2400" dirty="0"/>
              <a:t>322966.749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013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B2442E-6A67-05F2-FA6D-4EE3BBEE5A38}"/>
              </a:ext>
            </a:extLst>
          </p:cNvPr>
          <p:cNvSpPr txBox="1"/>
          <p:nvPr/>
        </p:nvSpPr>
        <p:spPr>
          <a:xfrm>
            <a:off x="1652336" y="1058779"/>
            <a:ext cx="8710863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1️⃣ Revenue by Product Line (Bar Chart)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CB62C50-D037-CE5B-C330-16D81A149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858" y="1507958"/>
            <a:ext cx="5257800" cy="511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59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6C2D0F-5B95-BD48-C840-C612FDF41B04}"/>
              </a:ext>
            </a:extLst>
          </p:cNvPr>
          <p:cNvSpPr txBox="1"/>
          <p:nvPr/>
        </p:nvSpPr>
        <p:spPr>
          <a:xfrm>
            <a:off x="834189" y="561474"/>
            <a:ext cx="830981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2️⃣ Monthly Revenue Trend (Line Chart)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EBC3C15-9233-FC18-DFDD-A379B77D3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505" y="1357313"/>
            <a:ext cx="700839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9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51</Words>
  <Application>Microsoft Office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Google Sans Text</vt:lpstr>
      <vt:lpstr>Office Theme</vt:lpstr>
      <vt:lpstr>📊 Supermarket Sales Business Dashboard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Patan</dc:creator>
  <cp:lastModifiedBy>Jasmine Patan</cp:lastModifiedBy>
  <cp:revision>1</cp:revision>
  <dcterms:created xsi:type="dcterms:W3CDTF">2026-02-13T05:33:14Z</dcterms:created>
  <dcterms:modified xsi:type="dcterms:W3CDTF">2026-02-13T06:21:14Z</dcterms:modified>
</cp:coreProperties>
</file>