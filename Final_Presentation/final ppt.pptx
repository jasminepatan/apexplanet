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C406-1686-49A2-DDF6-299476E0B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D570D-17BD-8C98-8880-C3F8F7E9A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135A2-7D70-E465-3FB1-857B0424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6EB85-098F-2A89-6335-1D00C6EE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6AFE4-EDE9-C8DE-79EA-E67AC8E4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23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AC3B-6C1B-E564-F39C-71020499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3AD57-E9A6-81DC-57DC-78D378B69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42EB6-4281-508F-6C88-FDCBE2BE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8ECA2-6B26-8BED-D244-CEB37821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B6EF6-3C01-D153-6A37-C0E97D5D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19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5F48-0993-6CD1-A58E-9D91D7377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CC44B-73FF-E96B-E769-B43325ABB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0EAD8-9588-C2E2-D4DF-588C32D5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F075F-BFCA-97F1-C1C5-BBA55FE0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706DF-51C4-DC71-6024-7EE9DAE3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8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D2FA2-DB05-FCC0-C50E-2F542CAC4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C83AD-CC3C-F565-A391-AEFD3B5D1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E3921-4D2D-FC5B-5AE3-DF6FF5254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ACE0D-369B-81EB-5A43-3B893245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E0CF8-BC98-0422-BEB6-549EA8C6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3B806-A2C2-5EF9-E9A5-43BF0DEC2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66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6413-F151-CD20-440C-FE24C10B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306FC-F91D-E24C-691E-03E9C129A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5807E-894D-0DD7-E574-4CD5F57BB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38720-EABA-D001-94F5-E9F31F621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CDDD6D-976A-F2E6-C268-7E6B0E576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2191A-265E-787C-17CC-457BE8C0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A49CA-B7D1-CDD9-89E0-37579856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42A85-0287-471C-F1B4-5C691C69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28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D99D-F518-A481-DD8D-141B71C5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A1554-D4CA-EF9C-CA85-C47A3EE4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CB02B-2B32-EA82-8691-64E3E46EC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0D92F-1595-B6F9-A6FA-0601DA74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206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9DAB8-142C-83D1-3023-729024B27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DA5AD7-8495-9674-1B40-8FB20FEF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9B2AE-10D4-7846-9081-7354D73E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71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2244-8AF4-709F-59B2-1B5BD1D5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9AC4A-4F5E-1344-0C93-759B10790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A70AF-CB33-50D1-7BAC-1884D1EE0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1C55E-DC77-3503-AE0B-CCDC18FD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96E40-7DA2-80D5-2310-DD39A33E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9AF9D-400A-5FC2-AF15-DCCB040B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581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FDE7-71CC-D3EC-874B-7B45F6AE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AF055D-C0AA-482A-ECE9-516D996B1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B7F69-B6CA-2D31-489C-55545D62B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855B0-1D76-6E8E-4C10-2DD71828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A2D42-1D2F-8E88-81A5-A85CEBA1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1CE2D-D41E-26B3-9C8A-754AEE36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238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104D-7B2E-AE2F-8950-4A93B0E9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96E5D-E2FD-6120-056B-FB33BBA1E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835EF-568C-FEF1-8A20-358EF088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DF596-4743-974A-46A6-F862DA86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84C53-9C93-AE90-4893-2FB94E42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55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95322-4CD7-13D9-93B8-ED50880C7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CAAE8-9FFD-F762-94C0-9273C0825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443F-B793-CE27-2633-8E6DE9297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D417A-D78B-5BE6-0635-1F08402C2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5FBA8-B214-CDA4-B566-43F80F74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20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7D94E-4154-2ED5-2D00-F8515C6C3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1B613-DD3B-D174-1BA0-89824D811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3F52D-C236-CDE7-ECCB-85D07BC65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94A22-2FB7-4B98-819F-59E1340E92DD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3EDA4-FA4D-A83C-7DB3-D66B98FB4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03A11-D6D0-C8D3-AD0E-28BA8B38E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C4402-C9A0-4926-A7E7-4838AE1F4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07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3D25-98DA-4128-1AE2-393B053AB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5524"/>
            <a:ext cx="7973961" cy="1873044"/>
          </a:xfrm>
        </p:spPr>
        <p:txBody>
          <a:bodyPr>
            <a:normAutofit/>
          </a:bodyPr>
          <a:lstStyle/>
          <a:p>
            <a:r>
              <a:rPr lang="en-IN" b="1" dirty="0"/>
              <a:t>Project Objective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B4E7A-1672-1C34-F563-5CCDBCC7E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9135"/>
            <a:ext cx="9144000" cy="4493341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Objective</a:t>
            </a:r>
            <a:endParaRPr lang="en-US" dirty="0"/>
          </a:p>
          <a:p>
            <a:pPr algn="l"/>
            <a:r>
              <a:rPr lang="en-US" dirty="0"/>
              <a:t>The objective of this project is to analyze supermarket sales data and extract meaningful insights that support business decision-making.</a:t>
            </a:r>
          </a:p>
          <a:p>
            <a:pPr algn="l"/>
            <a:r>
              <a:rPr lang="en-US" dirty="0"/>
              <a:t>Key goals: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Understand sales trends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Identify customer behavior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Visualize important business metrics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Apply statistical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562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88D4-149A-E3FB-40FF-F454ECA35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1: Data Immersion &amp; Wrangling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11DA1-9491-9E82-A681-2D7F53330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Preparation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Steps performed:</a:t>
            </a:r>
          </a:p>
          <a:p>
            <a:r>
              <a:rPr lang="en-US" sz="2400" dirty="0"/>
              <a:t>Uploaded the supermarket sales dataset</a:t>
            </a:r>
          </a:p>
          <a:p>
            <a:r>
              <a:rPr lang="en-US" sz="2400" dirty="0"/>
              <a:t>Explored dataset structure</a:t>
            </a:r>
          </a:p>
          <a:p>
            <a:r>
              <a:rPr lang="en-US" sz="2400" dirty="0"/>
              <a:t>Checked missing values</a:t>
            </a:r>
          </a:p>
          <a:p>
            <a:r>
              <a:rPr lang="en-US" sz="2400" dirty="0"/>
              <a:t>Removed duplicates</a:t>
            </a:r>
          </a:p>
          <a:p>
            <a:r>
              <a:rPr lang="en-US" sz="2400" dirty="0"/>
              <a:t>Standardized column names</a:t>
            </a:r>
          </a:p>
          <a:p>
            <a:r>
              <a:rPr lang="en-US" sz="2400" dirty="0"/>
              <a:t>Created a cleaned dataset ready for analysis</a:t>
            </a:r>
          </a:p>
          <a:p>
            <a:pPr marL="0" indent="0">
              <a:buNone/>
            </a:pPr>
            <a:r>
              <a:rPr lang="en-US" sz="2400" dirty="0"/>
              <a:t>This step ensured the dataset was accurate and reliable.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35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7A0B-CA5C-E7E3-22A5-46D4A83F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Exploratory Data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51F4C-9340-0843-E7DE-2CCF67918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EDA Insights</a:t>
            </a:r>
            <a:endParaRPr lang="en-US" dirty="0"/>
          </a:p>
          <a:p>
            <a:r>
              <a:rPr lang="en-US" sz="2400" dirty="0"/>
              <a:t>Performed descriptive analysis and visualizations:</a:t>
            </a:r>
          </a:p>
          <a:p>
            <a:r>
              <a:rPr lang="en-US" sz="2400" dirty="0"/>
              <a:t>Sales distribution using histograms</a:t>
            </a:r>
          </a:p>
          <a:p>
            <a:r>
              <a:rPr lang="en-US" sz="2400" dirty="0"/>
              <a:t>Product line sales comparison using bar charts</a:t>
            </a:r>
          </a:p>
          <a:p>
            <a:r>
              <a:rPr lang="en-US" sz="2400" dirty="0"/>
              <a:t>Payment method usage analysis</a:t>
            </a:r>
          </a:p>
          <a:p>
            <a:pPr marL="0" indent="0">
              <a:buNone/>
            </a:pPr>
            <a:r>
              <a:rPr lang="en-US" sz="2400" dirty="0"/>
              <a:t>These visualizations helped identify patterns and trends in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23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8906-251E-7548-E98D-FC194061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Task 3: Interactive Dashboard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C1385-3287-7D98-007F-EAD6899C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Power BI Dashboard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 interactive dashboard was created using </a:t>
            </a:r>
            <a:r>
              <a:rPr lang="en-US" b="1" dirty="0"/>
              <a:t>Power BI</a:t>
            </a:r>
            <a:r>
              <a:rPr lang="en-US" dirty="0"/>
              <a:t> to visualize key metrics.</a:t>
            </a:r>
          </a:p>
          <a:p>
            <a:pPr marL="0" indent="0">
              <a:buNone/>
            </a:pPr>
            <a:r>
              <a:rPr lang="en-US" dirty="0"/>
              <a:t>Dashboard include:</a:t>
            </a:r>
          </a:p>
          <a:p>
            <a:r>
              <a:rPr lang="en-US" sz="2200" dirty="0"/>
              <a:t>Total sales overview</a:t>
            </a:r>
          </a:p>
          <a:p>
            <a:r>
              <a:rPr lang="en-US" sz="2200" dirty="0"/>
              <a:t>Sales by product line</a:t>
            </a:r>
          </a:p>
          <a:p>
            <a:r>
              <a:rPr lang="en-US" sz="2200" dirty="0"/>
              <a:t>Sales by city</a:t>
            </a:r>
          </a:p>
          <a:p>
            <a:r>
              <a:rPr lang="en-US" sz="2200" dirty="0"/>
              <a:t>Payment method distribution</a:t>
            </a:r>
          </a:p>
          <a:p>
            <a:r>
              <a:rPr lang="en-US" sz="2200" dirty="0"/>
              <a:t>Customer rating analysis</a:t>
            </a:r>
          </a:p>
          <a:p>
            <a:pPr marL="0" indent="0">
              <a:buNone/>
            </a:pPr>
            <a:r>
              <a:rPr lang="en-US" sz="2200" dirty="0"/>
              <a:t>This dashboard helps businesses monitor performance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971E0-C8D2-45F9-B98B-3537EDC3E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219" y="3018502"/>
            <a:ext cx="3267264" cy="221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35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8879-0485-7EC7-06C5-DFBA1F76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77416-FDB0-98F0-76DD-C78AADB0D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96716" cy="4761988"/>
          </a:xfrm>
        </p:spPr>
        <p:txBody>
          <a:bodyPr>
            <a:normAutofit/>
          </a:bodyPr>
          <a:lstStyle/>
          <a:p>
            <a:r>
              <a:rPr lang="en-US" b="1" dirty="0"/>
              <a:t>Statistical Validation</a:t>
            </a:r>
            <a:endParaRPr lang="en-US" dirty="0"/>
          </a:p>
          <a:p>
            <a:pPr marL="0" indent="0">
              <a:buNone/>
            </a:pPr>
            <a:r>
              <a:rPr lang="en-US" sz="2600" dirty="0"/>
              <a:t>Hypothesis:</a:t>
            </a:r>
          </a:p>
          <a:p>
            <a:r>
              <a:rPr lang="en-US" sz="2400" dirty="0"/>
              <a:t>Customers using </a:t>
            </a:r>
            <a:r>
              <a:rPr lang="en-US" sz="2400" b="1" dirty="0"/>
              <a:t>E-wallet spend more than customers using Cash</a:t>
            </a:r>
          </a:p>
          <a:p>
            <a:pPr marL="0" indent="0">
              <a:buNone/>
            </a:pPr>
            <a:r>
              <a:rPr lang="en-US" sz="2600" dirty="0"/>
              <a:t>T-test results:</a:t>
            </a:r>
          </a:p>
          <a:p>
            <a:r>
              <a:rPr lang="en-US" sz="2400" dirty="0"/>
              <a:t>T-statistic: 0.4009</a:t>
            </a:r>
          </a:p>
          <a:p>
            <a:r>
              <a:rPr lang="en-US" sz="2400" dirty="0"/>
              <a:t>P-value: 0.6886</a:t>
            </a:r>
          </a:p>
          <a:p>
            <a:pPr marL="0" indent="0">
              <a:buNone/>
            </a:pPr>
            <a:r>
              <a:rPr lang="en-US" sz="2600" dirty="0"/>
              <a:t>Conclusion:</a:t>
            </a:r>
          </a:p>
          <a:p>
            <a:pPr marL="0" indent="0">
              <a:buNone/>
            </a:pPr>
            <a:r>
              <a:rPr lang="en-US" sz="2400" dirty="0"/>
              <a:t>Since the p-value is greater than 0.05, there is </a:t>
            </a:r>
            <a:r>
              <a:rPr lang="en-US" sz="2400" b="1" dirty="0"/>
              <a:t>no statistically significant difference</a:t>
            </a:r>
            <a:r>
              <a:rPr lang="en-US" sz="2400" dirty="0"/>
              <a:t> between the spending of E-wallet and Cash users</a:t>
            </a:r>
            <a:r>
              <a:rPr lang="en-US" sz="2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41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DF3D-A7E9-0D05-B7E7-43C6FD10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15578-0D97-942B-3B9B-B16B6E3AC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Important findings from the analysis:</a:t>
            </a:r>
          </a:p>
          <a:p>
            <a:r>
              <a:rPr lang="en-US" sz="2400" dirty="0"/>
              <a:t>Sales vary across different product lines</a:t>
            </a:r>
          </a:p>
          <a:p>
            <a:r>
              <a:rPr lang="en-US" sz="2400" dirty="0"/>
              <a:t>Customers use multiple payment methods</a:t>
            </a:r>
          </a:p>
          <a:p>
            <a:r>
              <a:rPr lang="en-US" sz="2400" dirty="0"/>
              <a:t>Customer ratings are generally positive</a:t>
            </a:r>
          </a:p>
          <a:p>
            <a:r>
              <a:rPr lang="en-US" sz="2400" dirty="0"/>
              <a:t>Sales distribution is relatively balanced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These insights can help businesses improve decision-making.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324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1D5F-C887-95DF-27DE-6D5CE06E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C76C2-5FF4-8091-DD9D-2A1F98F6F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During this internship, I developed skills in:</a:t>
            </a:r>
          </a:p>
          <a:p>
            <a:r>
              <a:rPr lang="en-US" sz="2400" dirty="0"/>
              <a:t>Data Cleaning</a:t>
            </a:r>
          </a:p>
          <a:p>
            <a:r>
              <a:rPr lang="en-US" sz="2400" dirty="0"/>
              <a:t>Data Visualization</a:t>
            </a:r>
          </a:p>
          <a:p>
            <a:r>
              <a:rPr lang="en-US" sz="2400" dirty="0"/>
              <a:t>SQL Querying</a:t>
            </a:r>
          </a:p>
          <a:p>
            <a:r>
              <a:rPr lang="en-US" sz="2400" dirty="0"/>
              <a:t>Dashboard Development</a:t>
            </a:r>
          </a:p>
          <a:p>
            <a:r>
              <a:rPr lang="en-US" sz="2400" dirty="0"/>
              <a:t>Hypothesis Testing</a:t>
            </a:r>
          </a:p>
          <a:p>
            <a:r>
              <a:rPr lang="en-US" sz="2400" dirty="0"/>
              <a:t>Data Storytelling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505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1070D-A04E-0746-BF81-EB7FA1A7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6122B-7BC4-509E-D715-DE40E892D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510"/>
            <a:ext cx="10515600" cy="47414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700" dirty="0"/>
              <a:t>This internship provided practical experience in data analysis and business intelligence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Key outcomes:</a:t>
            </a:r>
          </a:p>
          <a:p>
            <a:r>
              <a:rPr lang="en-US" sz="2400" dirty="0"/>
              <a:t>Learned how to transform raw data into insights</a:t>
            </a:r>
          </a:p>
          <a:p>
            <a:r>
              <a:rPr lang="en-US" sz="2400" dirty="0"/>
              <a:t>Built interactive dashboards</a:t>
            </a:r>
          </a:p>
          <a:p>
            <a:r>
              <a:rPr lang="en-US" sz="2400" dirty="0"/>
              <a:t>Applied statistical methods to validate findings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project demonstrates a complete </a:t>
            </a:r>
            <a:r>
              <a:rPr lang="en-US" sz="2400" b="1" dirty="0"/>
              <a:t>end-to-end data analysis workflow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084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Project Objective </vt:lpstr>
      <vt:lpstr>Task 1: Data Immersion &amp; Wrangling </vt:lpstr>
      <vt:lpstr>Task 2: Exploratory Data Analysis</vt:lpstr>
      <vt:lpstr>Task 3: Interactive Dashboard </vt:lpstr>
      <vt:lpstr>Task 4: Hypothesis Testing</vt:lpstr>
      <vt:lpstr>Key Insights </vt:lpstr>
      <vt:lpstr>Skills Developed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Patan</dc:creator>
  <cp:lastModifiedBy>Jasmine Patan</cp:lastModifiedBy>
  <cp:revision>1</cp:revision>
  <dcterms:created xsi:type="dcterms:W3CDTF">2026-03-13T04:10:52Z</dcterms:created>
  <dcterms:modified xsi:type="dcterms:W3CDTF">2026-03-13T04:11:00Z</dcterms:modified>
</cp:coreProperties>
</file>